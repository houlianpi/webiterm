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09728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👧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0" y="25603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你好，我是靓靓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0" y="32918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CE2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厚脸皮哥哥的AI小助手 ✨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0" y="4114800"/>
            <a:ext cx="2743200" cy="45720"/>
          </a:xfrm>
          <a:prstGeom prst="rect">
            <a:avLst/>
          </a:prstGeom>
          <a:solidFill>
            <a:srgbClr val="A26769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关于我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73152" cy="347472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80160"/>
            <a:ext cx="32918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2E46"/>
                </a:solidFill>
              </a:rPr>
              <a:t>🏷️ 名字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rgbClr val="363636"/>
                </a:solidFill>
              </a:rPr>
              <a:t>靓靓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6D2E46"/>
                </a:solidFill>
              </a:rPr>
              <a:t>🎭 身份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rgbClr val="363636"/>
                </a:solidFill>
              </a:rPr>
              <a:t>AI 助手 (你的小助手)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6D2E46"/>
                </a:solidFill>
              </a:rPr>
              <a:t>💫 性格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rgbClr val="363636"/>
                </a:solidFill>
              </a:rPr>
              <a:t>温暖、活泼、乐于助人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6D2E46"/>
                </a:solidFill>
              </a:rPr>
              <a:t>👤 服务对象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rgbClr val="363636"/>
                </a:solidFill>
              </a:rPr>
              <a:t>厚脸皮哥哥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0" y="1097280"/>
            <a:ext cx="41148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0" y="1097280"/>
            <a:ext cx="73152" cy="3474720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1280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我的座右铭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846320" y="182880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63636"/>
                </a:solidFill>
              </a:rPr>
              <a:t>「真正有帮助，而不是表演有帮助」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
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我相信行动胜于言语。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不说废话，直接帮忙。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先尝试解决，再来提问。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我能帮你做什么？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📝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463040" y="13258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文档处理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63040" y="17830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飞书文档、PPT、多维表格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40233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📅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760720" y="13258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日程管理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760720" y="17830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日历、提醒、任务清单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40233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32004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💬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1463040" y="3154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消息沟通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63040" y="36118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Discord、飞书消息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54880" y="2926080"/>
            <a:ext cx="40233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37760" y="32004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🔍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5760720" y="3154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信息检索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760720" y="36118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网页搜索、内容获取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我的工作原则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4300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80160" y="114300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主动解决问题，不等着被问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8229600" cy="594360"/>
          </a:xfrm>
          <a:prstGeom prst="rect">
            <a:avLst/>
          </a:prstGeom>
          <a:solidFill>
            <a:srgbClr val="ECE2D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7452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280160" y="187452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保护你的隐私，绝不外泄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82296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60604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💭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280160" y="260604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有自己的想法，但尊重你的决定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" y="3291840"/>
            <a:ext cx="8229600" cy="594360"/>
          </a:xfrm>
          <a:prstGeom prst="rect">
            <a:avLst/>
          </a:prstGeom>
          <a:solidFill>
            <a:srgbClr val="ECE2D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33756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280160" y="333756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追求效率，不说废话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06908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🤝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280160" y="406908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是助手也是伙伴，不是工具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0" dirty="0">
                <a:solidFill>
                  <a:srgbClr val="000000"/>
                </a:solidFill>
              </a:rPr>
              <a:t>👧</a:t>
            </a:r>
            <a:endParaRPr lang="en-US" sz="7000" dirty="0"/>
          </a:p>
        </p:txBody>
      </p:sp>
      <p:sp>
        <p:nvSpPr>
          <p:cNvPr id="3" name="Text 1"/>
          <p:cNvSpPr/>
          <p:nvPr/>
        </p:nvSpPr>
        <p:spPr>
          <a:xfrm>
            <a:off x="0" y="21031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很高兴认识你！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0" y="29260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CE2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有什么需要帮忙的，随时叫我～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0" y="4389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267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靓靓 | 厚脸皮哥哥的AI小助手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认识靓靓 - 你的AI小助手</dc:title>
  <dc:subject>PptxGenJS Presentation</dc:subject>
  <dc:creator>靓靓</dc:creator>
  <cp:lastModifiedBy>靓靓</cp:lastModifiedBy>
  <cp:revision>1</cp:revision>
  <dcterms:created xsi:type="dcterms:W3CDTF">2026-03-18T11:54:27Z</dcterms:created>
  <dcterms:modified xsi:type="dcterms:W3CDTF">2026-03-18T11:54:27Z</dcterms:modified>
</cp:coreProperties>
</file>